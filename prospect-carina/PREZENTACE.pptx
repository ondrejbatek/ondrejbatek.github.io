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274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KELIA  ·  Webdesign pro váš salon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NÁVRH NOVÉHO WEBU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2880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Carina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063240"/>
            <a:ext cx="22860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5C6C6"/>
                </a:solidFill>
              </a:rPr>
              <a:t>Ukázka webu připravená speciálně pro vás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023360"/>
            <a:ext cx="8229600" cy="640080"/>
          </a:xfrm>
          <a:prstGeom prst="rect">
            <a:avLst/>
          </a:prstGeom>
          <a:solidFill>
            <a:srgbClr val="2A2A3E"/>
          </a:solidFill>
          <a:ln w="12700">
            <a:solidFill>
              <a:srgbClr val="9B59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09728"/>
          <a:lstStyle/>
          <a:p>
            <a:pPr algn="ctr"/>
            <a:r>
              <a:rPr sz="1200" b="1">
                <a:solidFill>
                  <a:srgbClr val="F5C6C6"/>
                </a:solidFill>
              </a:rPr>
              <a:t>🌐  https://ondrejbatek.github.io/prospect-carina/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3093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88899"/>
                </a:solidFill>
              </a:rPr>
              <a:t>Ondřej Bátek  ·  +420 778 408 889  ·  batek.ondrej32@gmail.com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8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NÁHLED WEBU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A1A2E"/>
                </a:solidFill>
              </a:rPr>
              <a:t>Carina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3716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60" y="1280160"/>
            <a:ext cx="8412480" cy="4663440"/>
          </a:xfrm>
          <a:prstGeom prst="rect">
            <a:avLst/>
          </a:prstGeom>
          <a:solidFill>
            <a:srgbClr val="EEEAEA"/>
          </a:solidFill>
          <a:ln w="12700">
            <a:solidFill>
              <a:srgbClr val="8888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0" tIns="1645920"/>
          <a:lstStyle/>
          <a:p>
            <a:pPr algn="ctr"/>
            <a:r>
              <a:rPr sz="1600">
                <a:solidFill>
                  <a:srgbClr val="888899"/>
                </a:solidFill>
              </a:rPr>
              <a:t>Klikněte na odkaz níže pro živý náhled</a:t>
            </a:r>
          </a:p>
          <a:p>
            <a:pPr algn="ctr"/>
            <a:r>
              <a:rPr sz="1300" b="1" u="sng">
                <a:solidFill>
                  <a:srgbClr val="9B599A"/>
                </a:solidFill>
              </a:rPr>
              <a:t>
https://ondrejbatek.github.io/prospect-carina/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828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CO ZÍSKÁTE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0292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A1A2E"/>
                </a:solidFill>
              </a:rPr>
              <a:t>Kompletní web na míru pro váš salon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3716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Design přesně podle vás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6459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Barvy, písma, styl — vše upravitelné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1488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48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Vaše texty a fotky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42316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Finální obsah napíšeme společně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9260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Online rezervace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2004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Zákaznice si rezervují přímo z webu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37033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B599A"/>
                </a:solidFill>
              </a:rPr>
              <a:t>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703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1A2E"/>
                </a:solidFill>
              </a:rPr>
              <a:t>Automatické e-maily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977639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Pozvánky a slevy pro stávající klientky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03520" y="1280160"/>
            <a:ext cx="3474720" cy="4114800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0" y="146304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B599A"/>
                </a:solidFill>
              </a:rPr>
              <a:t>CENY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1828800"/>
            <a:ext cx="3108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6 000 Kč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23317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jednorázově — vytvoření webu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2788920"/>
            <a:ext cx="2926080" cy="25400"/>
          </a:xfrm>
          <a:prstGeom prst="rect">
            <a:avLst/>
          </a:prstGeom>
          <a:solidFill>
            <a:srgbClr val="9B59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0" y="292608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1 000 Kč / měsíc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33375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5C6C6"/>
                </a:solidFill>
              </a:rPr>
              <a:t>hosting, aktualizace, e-maily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0" y="3794760"/>
            <a:ext cx="2926080" cy="25400"/>
          </a:xfrm>
          <a:prstGeom prst="rect">
            <a:avLst/>
          </a:prstGeom>
          <a:solidFill>
            <a:srgbClr val="8888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0" y="393192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B599A"/>
                </a:solidFill>
              </a:rPr>
              <a:t>✦  První měsíc ZDARMA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25196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8899"/>
                </a:solidFill>
              </a:rPr>
              <a:t>bez závazků, bez rizika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" y="621792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9B599A"/>
                </a:solidFill>
              </a:rPr>
              <a:t>Živý náhled:  https://ondrejbatek.github.io/prospect-carina/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