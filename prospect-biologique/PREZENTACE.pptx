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Biologique Recherche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https://ondrejbatek.github.io/prospect-biologique/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Biologique Recherche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https://ondrejbatek.github.io/prospect-biologique/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https://ondrejbatek.github.io/prospect-biologique/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