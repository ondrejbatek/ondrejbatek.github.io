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Kade Nick  Salon Jarky  Echov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https://ondrejbatek.github.io/prospect-kade-nick--salon-jarky--echov/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Kade Nick  Salon Jarky  Echov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https://ondrejbatek.github.io/prospect-kade-nick--salon-jarky--echov/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https://ondrejbatek.github.io/prospect-kade-nick--salon-jarky--echov/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