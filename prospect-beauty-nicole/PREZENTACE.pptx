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KELIA  ·  Webdesign pro váš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NÁVRH NOVÉHO WEBU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** Beauty Studio Nicole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22860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6C6"/>
                </a:solidFill>
              </a:rPr>
              <a:t>Ukázka webu připravená speciálně pro vás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2A2A3E"/>
          </a:solidFill>
          <a:ln w="12700">
            <a:solidFill>
              <a:srgbClr val="9B5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/>
            <a:r>
              <a:rPr sz="1200" b="1">
                <a:solidFill>
                  <a:srgbClr val="F5C6C6"/>
                </a:solidFill>
              </a:rPr>
              <a:t>🌐  https://ondrejbatek.github.io/prospect-beauty-nicole/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Ondřej Bátek  ·  +420 778 408 889  ·  batek.ondrej32@gmail.com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NÁHLED WEBU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</a:rPr>
              <a:t>** Beauty Studio Nicole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3716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4663440"/>
          </a:xfrm>
          <a:prstGeom prst="rect">
            <a:avLst/>
          </a:prstGeom>
          <a:solidFill>
            <a:srgbClr val="EEEAEA"/>
          </a:solidFill>
          <a:ln w="1270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0" tIns="1645920"/>
          <a:lstStyle/>
          <a:p>
            <a:pPr algn="ctr"/>
            <a:r>
              <a:rPr sz="1600">
                <a:solidFill>
                  <a:srgbClr val="888899"/>
                </a:solidFill>
              </a:rPr>
              <a:t>Klikněte na odkaz níže pro živý náhled</a:t>
            </a:r>
          </a:p>
          <a:p>
            <a:pPr algn="ctr"/>
            <a:r>
              <a:rPr sz="1300" b="1" u="sng">
                <a:solidFill>
                  <a:srgbClr val="9B599A"/>
                </a:solidFill>
              </a:rPr>
              <a:t>
https://ondrejbatek.github.io/prospect-beauty-nicole/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CO ZÍSKÁTE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</a:rPr>
              <a:t>Kompletní web na míru pro váš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Design přesně podle vás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Barvy, písma, styl — vše upravitelné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Vaše texty a fotky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Finální obsah napíšeme společně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Online rezervace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Zákaznice si rezervují přímo z webu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Automatické e-maily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Pozvánky a slevy pro stávající klientky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280160"/>
            <a:ext cx="347472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6 000 Kč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jednorázově — vytvoření webu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788920"/>
            <a:ext cx="292608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1 000 Kč / měsíc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hosting, aktualizace, e-maily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794760"/>
            <a:ext cx="2926080" cy="254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✦  První měsíc ZDARMA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251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bez závazků, bez rizika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17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9A"/>
                </a:solidFill>
              </a:rPr>
              <a:t>Živý náhled:  https://ondrejbatek.github.io/prospect-beauty-nicole/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