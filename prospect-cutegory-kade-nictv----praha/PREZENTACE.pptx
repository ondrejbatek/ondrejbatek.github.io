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Cutegory Kade Nictv    Praha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https://ondrejbatek.github.io/prospect-cutegory-kade-nictv----praha/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Cutegory Kade Nictv    Praha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https://ondrejbatek.github.io/prospect-cutegory-kade-nictv----praha/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https://ondrejbatek.github.io/prospect-cutegory-kade-nictv----praha/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