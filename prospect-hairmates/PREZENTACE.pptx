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Hairmates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https://ondrejbatek.github.io/prospect-hairmates/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Hairmates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https://ondrejbatek.github.io/prospect-hairmates/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https://ondrejbatek.github.io/prospect-hairmates/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