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Podium   Wella Salon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https://ondrejbatek.github.io/prospect-podium---wella-salon/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Podium   Wella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https://ondrejbatek.github.io/prospect-podium---wella-salon/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https://ondrejbatek.github.io/prospect-podium---wella-salon/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