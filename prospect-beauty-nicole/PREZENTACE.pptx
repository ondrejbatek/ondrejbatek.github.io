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** Beauty Studio Nicole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https://ondrejbatek.github.io/prospect-beauty-nicole/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** Beauty Studio Nicole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https://ondrejbatek.github.io/prospect-beauty-nicole/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https://ondrejbatek.github.io/prospect-beauty-nicole/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