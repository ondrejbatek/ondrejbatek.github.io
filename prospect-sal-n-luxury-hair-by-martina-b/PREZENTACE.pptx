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Sal N Luxury Hair By Martina 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https://ondrejbatek.github.io/prospect-sal-n-luxury-hair-by-martina-b/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Sal N Luxury Hair By Martina 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https://ondrejbatek.github.io/prospect-sal-n-luxury-hair-by-martina-b/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https://ondrejbatek.github.io/prospect-sal-n-luxury-hair-by-martina-b/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